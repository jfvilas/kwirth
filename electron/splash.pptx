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F50B5-255B-AC8C-3081-19F5FEEE7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50138-8FC7-6472-0D7C-2BC1E849A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A9EA7-67C3-E35F-79A5-D67C97EF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B4CEE-7F12-1047-AE05-0E92BEFA4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AB9D6-CE10-01A1-453E-17C16E24C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272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85A5E-D6D4-1CCF-9A07-99ED4A581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3D3B3-2C4B-49EF-1A46-31FAE88B8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78638-1CB7-360C-D76F-318A87C26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E3A23-CF60-B5D0-D0CA-386B00E20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31A7F-8179-3294-7208-E91F97B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4760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45F09-A93A-C0DC-6DC5-9E65C6779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B38E5-6F5D-DA22-EA0D-7673480FE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3302-F601-1C6C-B994-D65DC70AD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EBFE1-8ABE-D02A-A1C5-F27766BA5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E4999-B81B-4277-FB12-82F1534D7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2078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AFF40-7ED4-35BD-D581-446C79DD0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0F239-8325-B7D9-2FDA-916EAA0284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D1595-E2F7-D64A-9FA4-882FB1517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DAE77-AC50-95D7-28D6-8D9380609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2FCFF-DAA6-C512-FE26-65165D39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60707-19F8-088B-1EB1-D30896C04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7798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73FFB-17B9-10A8-52FF-45727AAD9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9A847-8A1D-27E0-33E1-F7DDFBA4A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FCEF89-C128-F4B8-F6CE-548887E02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98A515-902B-29EE-47CE-863E33268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08F35-E7BD-6C02-1578-A07C8AF700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78A967-267C-0883-F5D8-19481513E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E6F77-7E8A-C121-5E69-2BA35703C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7D12CE-0F91-AB8C-8201-AE3AE0688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5006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0D6CC-60B4-CB04-A05A-E28C3B8B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8B53BB-D83A-8577-44F6-5F0D92D0D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998CC-4AD5-58F8-6397-AC253D864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5C7EA-BFF3-AA04-D234-F2B048144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6080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883F16-16BC-3483-7319-6DA0011DE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89FE5-A589-4E5A-6AD6-FEA178B92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1CF53-2A77-C60F-8BDC-7F55BF270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0281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B7D88-8AD8-C9BB-045C-F6D9ECC05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FA5C-867B-EB7A-01E8-6C3A71C00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A1E667-F834-1F71-7357-488D53B44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66A3A-30A2-40B3-1E51-1568F714F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E9DCC-A087-3777-FBBD-4AC7471BE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D2D88-536D-4484-C0A1-F77B50A82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936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6AAD2-31A0-BEC5-B657-CBB9B368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715DE5-1353-6429-867B-F84A1B69F7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FC5E5-68BA-D05A-F099-DCE79323B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38B8B-3BF8-32BD-6BC2-DCFEAF56F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6CCF1-472B-3F2A-1FE8-B2D4394E8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266BF-8190-6874-BA69-22361722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9172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8DE75-1D89-9D1E-A83F-6477C0984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462E6-F803-C126-58B1-7EDF3F876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80678-2C71-B710-EC43-7AB28CF65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52D5C-F488-833D-E756-E6EFC83E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ACCCD-D095-0CED-8E13-001BEA7AC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1194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DF258E-A8D2-C308-BCCB-ED66EEF698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B2BAD-14AB-4419-8854-10D5778C3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89A35-2258-3239-D785-19AD1B3FA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94EF9-6496-4BCC-8607-B39DB1D0A02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B1A4D-9096-1237-BAFC-6F763806C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0261E-67E9-7208-FE52-9093AEF9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634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4E68AC-7FD3-30BB-A6D2-E4B37A58B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AD4A9-224E-349F-73DC-C8880CDE4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01089-6E8D-EE60-72C3-18009CE172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94EF9-6496-4BCC-8607-B39DB1D0A02C}" type="datetimeFigureOut">
              <a:rPr lang="es-ES" smtClean="0"/>
              <a:t>06/02/2026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179C2-C5C2-2E23-724D-005360F88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41883-C68F-51CE-C965-F78AD7403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556C5-28F1-4F05-9304-085131B186A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429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ED9FB5-A4FE-82CD-99A4-5B43F8968BD2}"/>
              </a:ext>
            </a:extLst>
          </p:cNvPr>
          <p:cNvSpPr/>
          <p:nvPr/>
        </p:nvSpPr>
        <p:spPr>
          <a:xfrm>
            <a:off x="2377440" y="804672"/>
            <a:ext cx="6912864" cy="4928616"/>
          </a:xfrm>
          <a:prstGeom prst="rect">
            <a:avLst/>
          </a:prstGeom>
          <a:gradFill>
            <a:gsLst>
              <a:gs pos="82000">
                <a:schemeClr val="accent1">
                  <a:lumMod val="20000"/>
                  <a:lumOff val="80000"/>
                </a:schemeClr>
              </a:gs>
              <a:gs pos="47000">
                <a:schemeClr val="bg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36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FC2A1F-609D-E25D-758C-A329E91C619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762" y="1263687"/>
            <a:ext cx="5868219" cy="4010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FCE557-FECA-A6C6-3876-18BB9527DD56}"/>
              </a:ext>
            </a:extLst>
          </p:cNvPr>
          <p:cNvSpPr txBox="1"/>
          <p:nvPr/>
        </p:nvSpPr>
        <p:spPr>
          <a:xfrm>
            <a:off x="7727055" y="804671"/>
            <a:ext cx="15632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Your</a:t>
            </a:r>
          </a:p>
          <a:p>
            <a:pPr algn="r"/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Kubernetes</a:t>
            </a:r>
          </a:p>
          <a:p>
            <a:pPr algn="r"/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Friendly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/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tool</a:t>
            </a:r>
            <a:endParaRPr lang="es-E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FBE944-7CCE-FD57-0BE7-FC565A997EB7}"/>
              </a:ext>
            </a:extLst>
          </p:cNvPr>
          <p:cNvSpPr txBox="1"/>
          <p:nvPr/>
        </p:nvSpPr>
        <p:spPr>
          <a:xfrm>
            <a:off x="8545639" y="5479371"/>
            <a:ext cx="7457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v 0.6.1</a:t>
            </a:r>
          </a:p>
        </p:txBody>
      </p:sp>
    </p:spTree>
    <p:extLst>
      <p:ext uri="{BB962C8B-B14F-4D97-AF65-F5344CB8AC3E}">
        <p14:creationId xmlns:p14="http://schemas.microsoft.com/office/powerpoint/2010/main" val="1557245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6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Julio Fernandez Vilas</dc:creator>
  <cp:lastModifiedBy>Julio Fernandez Vilas</cp:lastModifiedBy>
  <cp:revision>1</cp:revision>
  <dcterms:created xsi:type="dcterms:W3CDTF">2026-02-06T20:57:15Z</dcterms:created>
  <dcterms:modified xsi:type="dcterms:W3CDTF">2026-02-07T09:17:20Z</dcterms:modified>
</cp:coreProperties>
</file>